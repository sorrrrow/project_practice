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57" r:id="rId3"/>
    <p:sldId id="283" r:id="rId4"/>
    <p:sldId id="284" r:id="rId5"/>
    <p:sldId id="259" r:id="rId6"/>
    <p:sldId id="285" r:id="rId7"/>
    <p:sldId id="288" r:id="rId8"/>
    <p:sldId id="287" r:id="rId9"/>
    <p:sldId id="289" r:id="rId10"/>
  </p:sldIdLst>
  <p:sldSz cx="12192000" cy="6858000"/>
  <p:notesSz cx="6858000" cy="9144000"/>
  <p:embeddedFontLst>
    <p:embeddedFont>
      <p:font typeface="Gilroy Bold" panose="00000800000000000000" charset="-52"/>
      <p:bold r:id="rId12"/>
    </p:embeddedFont>
    <p:embeddedFont>
      <p:font typeface="Gilroy Medium" panose="00000600000000000000" charset="-52"/>
      <p:regular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>
        <p:scale>
          <a:sx n="95" d="100"/>
          <a:sy n="95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21.05.2025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3366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782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012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78" y="5438319"/>
            <a:ext cx="2860213" cy="1608870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-114300" y="6237515"/>
            <a:ext cx="972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21.05.2025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21.05.2025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21.05.2025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21.05.2025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21.05.2025</a:t>
            </a:fld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21.05.2025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21.05.2025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21.05.2025</a:t>
            </a:fld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rrrrow/project_practice/tree/mast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243028"/>
            <a:ext cx="10087276" cy="1762805"/>
          </a:xfrm>
        </p:spPr>
        <p:txBody>
          <a:bodyPr>
            <a:noAutofit/>
          </a:bodyPr>
          <a:lstStyle/>
          <a:p>
            <a:r>
              <a:rPr lang="ru-RU" sz="4000" dirty="0"/>
              <a:t>HTTP-сервер на Python с сайтом про Персика</a:t>
            </a:r>
            <a:br>
              <a:rPr lang="ru-RU" sz="4000" dirty="0"/>
            </a:br>
            <a:r>
              <a:rPr lang="ru-RU" sz="4000" dirty="0"/>
              <a:t>Проект в рамках вариативной части учебной практики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400" y="4074809"/>
            <a:ext cx="10087276" cy="1128562"/>
          </a:xfrm>
        </p:spPr>
        <p:txBody>
          <a:bodyPr>
            <a:normAutofit/>
          </a:bodyPr>
          <a:lstStyle/>
          <a:p>
            <a:r>
              <a:rPr lang="ru-RU" sz="2800" dirty="0"/>
              <a:t>Пащенко Анастасия</a:t>
            </a:r>
          </a:p>
          <a:p>
            <a:r>
              <a:rPr lang="ru-RU" sz="2800" dirty="0"/>
              <a:t>Группа 241-326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38200" y="1764735"/>
            <a:ext cx="9350828" cy="4223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собственного HTTP-сервера с нуля без фреймворков.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я хотела изучить: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сокет-соединение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при HTTP-запросе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вручную отдавать HTML, CSS, JS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Введение и цель</a:t>
            </a: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38200" y="1764735"/>
            <a:ext cx="9350828" cy="4223257"/>
          </a:xfrm>
        </p:spPr>
        <p:txBody>
          <a:bodyPr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-сервер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Обрабатывать запросы от браузера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Отдавать HTML, CSS, изображения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сайт про кота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игру на JavaScript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Оформить документацию и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2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7147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38200" y="1764735"/>
            <a:ext cx="9350828" cy="4223257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Изучение HTTP и TCP</a:t>
            </a:r>
          </a:p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Реализация сервера на Python</a:t>
            </a:r>
          </a:p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Создание страниц (HTML/CSS)</a:t>
            </a:r>
          </a:p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Добавление JS-игры</a:t>
            </a:r>
          </a:p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Доработка дизайна</a:t>
            </a:r>
          </a:p>
          <a:p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Документация + деплой на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ru-RU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Pages</a:t>
            </a:r>
            <a:endParaRPr lang="ru-RU" sz="32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Этапы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68851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B57F9-8ACE-A4D3-1A7E-1EBC2C5E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969975-094F-5799-EDAB-625A362F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328"/>
            <a:ext cx="8877300" cy="1135517"/>
          </a:xfrm>
        </p:spPr>
        <p:txBody>
          <a:bodyPr>
            <a:normAutofit/>
          </a:bodyPr>
          <a:lstStyle/>
          <a:p>
            <a:r>
              <a:rPr lang="ru-RU" sz="4000" dirty="0"/>
              <a:t>Как работает сервер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FE6A99D-2094-3DD4-D814-7C7178EA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запускается и слушает порт 8080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(браузер) отправляет HTTP-запрос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определяет путь и находит файл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тип содержимого (HTML, CSS, JS, JPG...)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Отправляется заголовок и содержимое файла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отображает страницу</a:t>
            </a:r>
          </a:p>
        </p:txBody>
      </p:sp>
    </p:spTree>
    <p:extLst>
      <p:ext uri="{BB962C8B-B14F-4D97-AF65-F5344CB8AC3E}">
        <p14:creationId xmlns:p14="http://schemas.microsoft.com/office/powerpoint/2010/main" val="54931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B57F9-8ACE-A4D3-1A7E-1EBC2C5E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969975-094F-5799-EDAB-625A362F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328"/>
            <a:ext cx="8877300" cy="1135517"/>
          </a:xfrm>
        </p:spPr>
        <p:txBody>
          <a:bodyPr>
            <a:normAutofit/>
          </a:bodyPr>
          <a:lstStyle/>
          <a:p>
            <a:r>
              <a:rPr lang="ru-RU" sz="4000" dirty="0"/>
              <a:t>Демонстрация проекта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2FD45970-2D8C-C19A-6DC8-E112E4E03C30}"/>
              </a:ext>
            </a:extLst>
          </p:cNvPr>
          <p:cNvSpPr txBox="1">
            <a:spLocks/>
          </p:cNvSpPr>
          <p:nvPr/>
        </p:nvSpPr>
        <p:spPr>
          <a:xfrm>
            <a:off x="6374160" y="4912908"/>
            <a:ext cx="5410200" cy="297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персика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история, галерея, анимации</a:t>
            </a:r>
            <a:endParaRPr lang="ru-RU" sz="32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0D626AE-6F80-F5D8-FFB9-8FE525A82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4160" y="1693417"/>
            <a:ext cx="5493990" cy="3106070"/>
          </a:xfrm>
        </p:spPr>
      </p:pic>
      <p:sp>
        <p:nvSpPr>
          <p:cNvPr id="10" name="Объект 1">
            <a:extLst>
              <a:ext uri="{FF2B5EF4-FFF2-40B4-BE49-F238E27FC236}">
                <a16:creationId xmlns:a16="http://schemas.microsoft.com/office/drawing/2014/main" id="{4D54B885-A85C-B5E5-787E-B3C211894FF2}"/>
              </a:ext>
            </a:extLst>
          </p:cNvPr>
          <p:cNvSpPr txBox="1">
            <a:spLocks/>
          </p:cNvSpPr>
          <p:nvPr/>
        </p:nvSpPr>
        <p:spPr>
          <a:xfrm>
            <a:off x="602010" y="4912908"/>
            <a:ext cx="5410200" cy="297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фото кота и переходы</a:t>
            </a:r>
            <a:endParaRPr lang="ru-RU" sz="32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Объект 7" descr="Изображение выглядит как текст, снимок экрана, млекопитающее&#10;&#10;AI-generated content may be incorrect.">
            <a:extLst>
              <a:ext uri="{FF2B5EF4-FFF2-40B4-BE49-F238E27FC236}">
                <a16:creationId xmlns:a16="http://schemas.microsoft.com/office/drawing/2014/main" id="{6D775C92-6ADD-51DB-ADB6-991FA48B5E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10" y="1693417"/>
            <a:ext cx="5493990" cy="310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3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B57F9-8ACE-A4D3-1A7E-1EBC2C5E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969975-094F-5799-EDAB-625A362F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328"/>
            <a:ext cx="8877300" cy="1135517"/>
          </a:xfrm>
        </p:spPr>
        <p:txBody>
          <a:bodyPr>
            <a:normAutofit/>
          </a:bodyPr>
          <a:lstStyle/>
          <a:p>
            <a:r>
              <a:rPr lang="ru-RU" sz="4000" dirty="0"/>
              <a:t>Демонстрация проекта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2FD45970-2D8C-C19A-6DC8-E112E4E03C30}"/>
              </a:ext>
            </a:extLst>
          </p:cNvPr>
          <p:cNvSpPr txBox="1">
            <a:spLocks/>
          </p:cNvSpPr>
          <p:nvPr/>
        </p:nvSpPr>
        <p:spPr>
          <a:xfrm>
            <a:off x="838200" y="2501817"/>
            <a:ext cx="3886200" cy="18543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"Змейка", где маслины заменяют еду, а Персик — змейку</a:t>
            </a:r>
            <a:endParaRPr lang="ru-RU" sz="32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7F64C6A-BEF3-2EBE-A4CD-1BD7B9D5B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6618" y="1532845"/>
            <a:ext cx="6869953" cy="3649663"/>
          </a:xfrm>
        </p:spPr>
      </p:pic>
    </p:spTree>
    <p:extLst>
      <p:ext uri="{BB962C8B-B14F-4D97-AF65-F5344CB8AC3E}">
        <p14:creationId xmlns:p14="http://schemas.microsoft.com/office/powerpoint/2010/main" val="118948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B57F9-8ACE-A4D3-1A7E-1EBC2C5E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969975-094F-5799-EDAB-625A362F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328"/>
            <a:ext cx="8877300" cy="1135517"/>
          </a:xfrm>
        </p:spPr>
        <p:txBody>
          <a:bodyPr>
            <a:normAutofit/>
          </a:bodyPr>
          <a:lstStyle/>
          <a:p>
            <a:r>
              <a:rPr lang="ru-RU" sz="4000" dirty="0"/>
              <a:t>Модификации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1B7E7B4-9AC4-AD11-297C-1431C66B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 реализовано: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Анимации и эффекты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Галерея и карусель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с графикой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Отдельный сайт с интерфейсом</a:t>
            </a:r>
          </a:p>
        </p:txBody>
      </p:sp>
    </p:spTree>
    <p:extLst>
      <p:ext uri="{BB962C8B-B14F-4D97-AF65-F5344CB8AC3E}">
        <p14:creationId xmlns:p14="http://schemas.microsoft.com/office/powerpoint/2010/main" val="110174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38200" y="1764735"/>
            <a:ext cx="9350828" cy="4223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помог: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Понять, как работает веб “изнутри”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Научиться вручную управлять данными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дизайн и интерактив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полноценный мини-продукт</a:t>
            </a:r>
          </a:p>
          <a:p>
            <a:r>
              <a:rPr lang="ru-RU" sz="32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подробного ознакомления с проектом перейдите на мой </a:t>
            </a:r>
            <a:r>
              <a:rPr lang="en-US" sz="32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Git</a:t>
            </a:r>
            <a:r>
              <a:rPr lang="ru-RU" sz="32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 репозиторий</a:t>
            </a:r>
            <a:endParaRPr lang="ru-RU" sz="32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Итоги</a:t>
            </a:r>
          </a:p>
        </p:txBody>
      </p:sp>
    </p:spTree>
    <p:extLst>
      <p:ext uri="{BB962C8B-B14F-4D97-AF65-F5344CB8AC3E}">
        <p14:creationId xmlns:p14="http://schemas.microsoft.com/office/powerpoint/2010/main" val="38858054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 (1)</Template>
  <TotalTime>145</TotalTime>
  <Words>243</Words>
  <Application>Microsoft Office PowerPoint</Application>
  <PresentationFormat>Широкоэкранный</PresentationFormat>
  <Paragraphs>61</Paragraphs>
  <Slides>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Times New Roman</vt:lpstr>
      <vt:lpstr>Verdana</vt:lpstr>
      <vt:lpstr>Arial</vt:lpstr>
      <vt:lpstr>Gilroy Bold</vt:lpstr>
      <vt:lpstr>Gilroy Medium</vt:lpstr>
      <vt:lpstr>Calibri</vt:lpstr>
      <vt:lpstr>Тема2</vt:lpstr>
      <vt:lpstr>HTTP-сервер на Python с сайтом про Персика Проект в рамках вариативной части учебной практики</vt:lpstr>
      <vt:lpstr>Введение и цель</vt:lpstr>
      <vt:lpstr>Задачи проекта</vt:lpstr>
      <vt:lpstr>Этапы реализации</vt:lpstr>
      <vt:lpstr>Как работает сервер</vt:lpstr>
      <vt:lpstr>Демонстрация проекта</vt:lpstr>
      <vt:lpstr>Демонстрация проекта</vt:lpstr>
      <vt:lpstr>Модификации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оптимального варианта монитора для ПК</dc:title>
  <dc:creator>кс мяу</dc:creator>
  <cp:lastModifiedBy>кс мяу</cp:lastModifiedBy>
  <cp:revision>16</cp:revision>
  <dcterms:created xsi:type="dcterms:W3CDTF">2024-12-18T18:45:21Z</dcterms:created>
  <dcterms:modified xsi:type="dcterms:W3CDTF">2025-05-21T20:49:08Z</dcterms:modified>
</cp:coreProperties>
</file>